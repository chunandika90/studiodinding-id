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the studio and what this deck covers.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new site structure: homepage, portfolio, project pages,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homepage hero — rotating tagline slider with parallax.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Selected work grid, filterable by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project detail page, WS Residence.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Commercial example, Hotel Milenium.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Residential renovation example, BS Residence.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page hero introducing the studio's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member profile layout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list of 12 projects now on the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contact details and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image" Target="../media/image-11-3.jpeg"/><Relationship Id="rId4" Type="http://schemas.openxmlformats.org/officeDocument/2006/relationships/image" Target="../media/image-1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2026-07-13T14:17:06Z</dcterms:created>
  <dcterms:modified xsi:type="dcterms:W3CDTF">2026-07-13T14:17:06Z</dcterms:modified>
</cp:coreProperties>
</file>